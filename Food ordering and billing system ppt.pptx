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65" r:id="rId2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1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jakta shinde" userId="4b896a343ea8fe9a" providerId="LiveId" clId="{9E694B66-712D-4E3D-B086-0BF58A3DE7AC}"/>
    <pc:docChg chg="addSld delSld modSld sldOrd">
      <pc:chgData name="prajakta shinde" userId="4b896a343ea8fe9a" providerId="LiveId" clId="{9E694B66-712D-4E3D-B086-0BF58A3DE7AC}" dt="2026-04-28T05:13:42.146" v="55" actId="2696"/>
      <pc:docMkLst>
        <pc:docMk/>
      </pc:docMkLst>
      <pc:sldChg chg="addSp new mod">
        <pc:chgData name="prajakta shinde" userId="4b896a343ea8fe9a" providerId="LiveId" clId="{9E694B66-712D-4E3D-B086-0BF58A3DE7AC}" dt="2026-04-28T05:00:49.167" v="6" actId="22"/>
        <pc:sldMkLst>
          <pc:docMk/>
          <pc:sldMk cId="4078011138" sldId="266"/>
        </pc:sldMkLst>
        <pc:picChg chg="add">
          <ac:chgData name="prajakta shinde" userId="4b896a343ea8fe9a" providerId="LiveId" clId="{9E694B66-712D-4E3D-B086-0BF58A3DE7AC}" dt="2026-04-28T05:00:49.167" v="6" actId="22"/>
          <ac:picMkLst>
            <pc:docMk/>
            <pc:sldMk cId="4078011138" sldId="266"/>
            <ac:picMk id="3" creationId="{6801B6DD-2194-F9FF-01FC-BCD0D886E3FD}"/>
          </ac:picMkLst>
        </pc:picChg>
      </pc:sldChg>
      <pc:sldChg chg="addSp new mod">
        <pc:chgData name="prajakta shinde" userId="4b896a343ea8fe9a" providerId="LiveId" clId="{9E694B66-712D-4E3D-B086-0BF58A3DE7AC}" dt="2026-04-28T05:01:59.656" v="8" actId="22"/>
        <pc:sldMkLst>
          <pc:docMk/>
          <pc:sldMk cId="4043188637" sldId="267"/>
        </pc:sldMkLst>
        <pc:picChg chg="add">
          <ac:chgData name="prajakta shinde" userId="4b896a343ea8fe9a" providerId="LiveId" clId="{9E694B66-712D-4E3D-B086-0BF58A3DE7AC}" dt="2026-04-28T05:01:59.656" v="8" actId="22"/>
          <ac:picMkLst>
            <pc:docMk/>
            <pc:sldMk cId="4043188637" sldId="267"/>
            <ac:picMk id="3" creationId="{C00DCC68-BAED-00B6-A116-0F659D4F3A42}"/>
          </ac:picMkLst>
        </pc:picChg>
      </pc:sldChg>
      <pc:sldChg chg="addSp new mod ord">
        <pc:chgData name="prajakta shinde" userId="4b896a343ea8fe9a" providerId="LiveId" clId="{9E694B66-712D-4E3D-B086-0BF58A3DE7AC}" dt="2026-04-28T05:00:07.153" v="5" actId="22"/>
        <pc:sldMkLst>
          <pc:docMk/>
          <pc:sldMk cId="2015615905" sldId="268"/>
        </pc:sldMkLst>
        <pc:picChg chg="add">
          <ac:chgData name="prajakta shinde" userId="4b896a343ea8fe9a" providerId="LiveId" clId="{9E694B66-712D-4E3D-B086-0BF58A3DE7AC}" dt="2026-04-28T05:00:07.153" v="5" actId="22"/>
          <ac:picMkLst>
            <pc:docMk/>
            <pc:sldMk cId="2015615905" sldId="268"/>
            <ac:picMk id="3" creationId="{3F6A7642-C1AE-F631-7EEF-99B8D42B6413}"/>
          </ac:picMkLst>
        </pc:picChg>
      </pc:sldChg>
      <pc:sldChg chg="addSp new mod">
        <pc:chgData name="prajakta shinde" userId="4b896a343ea8fe9a" providerId="LiveId" clId="{9E694B66-712D-4E3D-B086-0BF58A3DE7AC}" dt="2026-04-28T05:02:44.800" v="10" actId="22"/>
        <pc:sldMkLst>
          <pc:docMk/>
          <pc:sldMk cId="3657858667" sldId="269"/>
        </pc:sldMkLst>
        <pc:picChg chg="add">
          <ac:chgData name="prajakta shinde" userId="4b896a343ea8fe9a" providerId="LiveId" clId="{9E694B66-712D-4E3D-B086-0BF58A3DE7AC}" dt="2026-04-28T05:02:44.800" v="10" actId="22"/>
          <ac:picMkLst>
            <pc:docMk/>
            <pc:sldMk cId="3657858667" sldId="269"/>
            <ac:picMk id="3" creationId="{DC89AF06-CFBE-CFD5-D877-83964A4CB23E}"/>
          </ac:picMkLst>
        </pc:picChg>
      </pc:sldChg>
      <pc:sldChg chg="addSp new mod">
        <pc:chgData name="prajakta shinde" userId="4b896a343ea8fe9a" providerId="LiveId" clId="{9E694B66-712D-4E3D-B086-0BF58A3DE7AC}" dt="2026-04-28T05:03:45.353" v="12" actId="22"/>
        <pc:sldMkLst>
          <pc:docMk/>
          <pc:sldMk cId="1670222608" sldId="270"/>
        </pc:sldMkLst>
        <pc:picChg chg="add">
          <ac:chgData name="prajakta shinde" userId="4b896a343ea8fe9a" providerId="LiveId" clId="{9E694B66-712D-4E3D-B086-0BF58A3DE7AC}" dt="2026-04-28T05:03:45.353" v="12" actId="22"/>
          <ac:picMkLst>
            <pc:docMk/>
            <pc:sldMk cId="1670222608" sldId="270"/>
            <ac:picMk id="3" creationId="{349BD294-7717-432A-6CF7-3CBF4F890B5A}"/>
          </ac:picMkLst>
        </pc:picChg>
      </pc:sldChg>
      <pc:sldChg chg="addSp new mod">
        <pc:chgData name="prajakta shinde" userId="4b896a343ea8fe9a" providerId="LiveId" clId="{9E694B66-712D-4E3D-B086-0BF58A3DE7AC}" dt="2026-04-28T05:04:22.398" v="14" actId="22"/>
        <pc:sldMkLst>
          <pc:docMk/>
          <pc:sldMk cId="2356644709" sldId="271"/>
        </pc:sldMkLst>
        <pc:picChg chg="add">
          <ac:chgData name="prajakta shinde" userId="4b896a343ea8fe9a" providerId="LiveId" clId="{9E694B66-712D-4E3D-B086-0BF58A3DE7AC}" dt="2026-04-28T05:04:22.398" v="14" actId="22"/>
          <ac:picMkLst>
            <pc:docMk/>
            <pc:sldMk cId="2356644709" sldId="271"/>
            <ac:picMk id="3" creationId="{AB87127C-C6CB-2666-DA38-16C78172D164}"/>
          </ac:picMkLst>
        </pc:picChg>
      </pc:sldChg>
      <pc:sldChg chg="addSp new mod">
        <pc:chgData name="prajakta shinde" userId="4b896a343ea8fe9a" providerId="LiveId" clId="{9E694B66-712D-4E3D-B086-0BF58A3DE7AC}" dt="2026-04-28T05:05:17.727" v="16" actId="22"/>
        <pc:sldMkLst>
          <pc:docMk/>
          <pc:sldMk cId="2305198510" sldId="272"/>
        </pc:sldMkLst>
        <pc:picChg chg="add">
          <ac:chgData name="prajakta shinde" userId="4b896a343ea8fe9a" providerId="LiveId" clId="{9E694B66-712D-4E3D-B086-0BF58A3DE7AC}" dt="2026-04-28T05:05:17.727" v="16" actId="22"/>
          <ac:picMkLst>
            <pc:docMk/>
            <pc:sldMk cId="2305198510" sldId="272"/>
            <ac:picMk id="3" creationId="{372E0D92-3948-050E-0652-3D6AA663A804}"/>
          </ac:picMkLst>
        </pc:picChg>
      </pc:sldChg>
      <pc:sldChg chg="addSp new mod">
        <pc:chgData name="prajakta shinde" userId="4b896a343ea8fe9a" providerId="LiveId" clId="{9E694B66-712D-4E3D-B086-0BF58A3DE7AC}" dt="2026-04-28T05:05:57.558" v="17" actId="22"/>
        <pc:sldMkLst>
          <pc:docMk/>
          <pc:sldMk cId="3068937419" sldId="273"/>
        </pc:sldMkLst>
        <pc:picChg chg="add">
          <ac:chgData name="prajakta shinde" userId="4b896a343ea8fe9a" providerId="LiveId" clId="{9E694B66-712D-4E3D-B086-0BF58A3DE7AC}" dt="2026-04-28T05:05:57.558" v="17" actId="22"/>
          <ac:picMkLst>
            <pc:docMk/>
            <pc:sldMk cId="3068937419" sldId="273"/>
            <ac:picMk id="3" creationId="{9581C818-9381-E292-FA7D-786CC5551211}"/>
          </ac:picMkLst>
        </pc:picChg>
      </pc:sldChg>
      <pc:sldChg chg="addSp new mod">
        <pc:chgData name="prajakta shinde" userId="4b896a343ea8fe9a" providerId="LiveId" clId="{9E694B66-712D-4E3D-B086-0BF58A3DE7AC}" dt="2026-04-28T05:06:37.455" v="19" actId="22"/>
        <pc:sldMkLst>
          <pc:docMk/>
          <pc:sldMk cId="3202694287" sldId="274"/>
        </pc:sldMkLst>
        <pc:picChg chg="add">
          <ac:chgData name="prajakta shinde" userId="4b896a343ea8fe9a" providerId="LiveId" clId="{9E694B66-712D-4E3D-B086-0BF58A3DE7AC}" dt="2026-04-28T05:06:37.455" v="19" actId="22"/>
          <ac:picMkLst>
            <pc:docMk/>
            <pc:sldMk cId="3202694287" sldId="274"/>
            <ac:picMk id="3" creationId="{D6EB2F97-8916-4C1F-EE90-3FBAB32713CC}"/>
          </ac:picMkLst>
        </pc:picChg>
      </pc:sldChg>
      <pc:sldChg chg="addSp new mod">
        <pc:chgData name="prajakta shinde" userId="4b896a343ea8fe9a" providerId="LiveId" clId="{9E694B66-712D-4E3D-B086-0BF58A3DE7AC}" dt="2026-04-28T05:07:13.719" v="21" actId="22"/>
        <pc:sldMkLst>
          <pc:docMk/>
          <pc:sldMk cId="643076076" sldId="275"/>
        </pc:sldMkLst>
        <pc:picChg chg="add">
          <ac:chgData name="prajakta shinde" userId="4b896a343ea8fe9a" providerId="LiveId" clId="{9E694B66-712D-4E3D-B086-0BF58A3DE7AC}" dt="2026-04-28T05:07:13.719" v="21" actId="22"/>
          <ac:picMkLst>
            <pc:docMk/>
            <pc:sldMk cId="643076076" sldId="275"/>
            <ac:picMk id="3" creationId="{7D67B78A-9790-B453-1E5D-1E0C887DD0A7}"/>
          </ac:picMkLst>
        </pc:picChg>
      </pc:sldChg>
      <pc:sldChg chg="addSp modSp new mod">
        <pc:chgData name="prajakta shinde" userId="4b896a343ea8fe9a" providerId="LiveId" clId="{9E694B66-712D-4E3D-B086-0BF58A3DE7AC}" dt="2026-04-28T05:08:45.079" v="27" actId="14100"/>
        <pc:sldMkLst>
          <pc:docMk/>
          <pc:sldMk cId="1257756973" sldId="276"/>
        </pc:sldMkLst>
        <pc:picChg chg="add mod">
          <ac:chgData name="prajakta shinde" userId="4b896a343ea8fe9a" providerId="LiveId" clId="{9E694B66-712D-4E3D-B086-0BF58A3DE7AC}" dt="2026-04-28T05:08:45.079" v="27" actId="14100"/>
          <ac:picMkLst>
            <pc:docMk/>
            <pc:sldMk cId="1257756973" sldId="276"/>
            <ac:picMk id="3" creationId="{ACB9FFAE-B613-04AD-5397-67D31B3161A2}"/>
          </ac:picMkLst>
        </pc:picChg>
      </pc:sldChg>
      <pc:sldChg chg="addSp modSp new mod">
        <pc:chgData name="prajakta shinde" userId="4b896a343ea8fe9a" providerId="LiveId" clId="{9E694B66-712D-4E3D-B086-0BF58A3DE7AC}" dt="2026-04-28T05:09:48.382" v="32" actId="14100"/>
        <pc:sldMkLst>
          <pc:docMk/>
          <pc:sldMk cId="1473594514" sldId="277"/>
        </pc:sldMkLst>
        <pc:picChg chg="add mod">
          <ac:chgData name="prajakta shinde" userId="4b896a343ea8fe9a" providerId="LiveId" clId="{9E694B66-712D-4E3D-B086-0BF58A3DE7AC}" dt="2026-04-28T05:09:48.382" v="32" actId="14100"/>
          <ac:picMkLst>
            <pc:docMk/>
            <pc:sldMk cId="1473594514" sldId="277"/>
            <ac:picMk id="3" creationId="{AFF8C600-829A-55DB-8CA6-A03EACB9598E}"/>
          </ac:picMkLst>
        </pc:picChg>
      </pc:sldChg>
      <pc:sldChg chg="addSp modSp new mod">
        <pc:chgData name="prajakta shinde" userId="4b896a343ea8fe9a" providerId="LiveId" clId="{9E694B66-712D-4E3D-B086-0BF58A3DE7AC}" dt="2026-04-28T05:10:42.131" v="37" actId="14100"/>
        <pc:sldMkLst>
          <pc:docMk/>
          <pc:sldMk cId="1210482437" sldId="278"/>
        </pc:sldMkLst>
        <pc:picChg chg="add mod">
          <ac:chgData name="prajakta shinde" userId="4b896a343ea8fe9a" providerId="LiveId" clId="{9E694B66-712D-4E3D-B086-0BF58A3DE7AC}" dt="2026-04-28T05:10:42.131" v="37" actId="14100"/>
          <ac:picMkLst>
            <pc:docMk/>
            <pc:sldMk cId="1210482437" sldId="278"/>
            <ac:picMk id="3" creationId="{2060636C-A8BD-B17B-F6D4-AE9CDAF9AB66}"/>
          </ac:picMkLst>
        </pc:picChg>
      </pc:sldChg>
      <pc:sldChg chg="addSp modSp new mod">
        <pc:chgData name="prajakta shinde" userId="4b896a343ea8fe9a" providerId="LiveId" clId="{9E694B66-712D-4E3D-B086-0BF58A3DE7AC}" dt="2026-04-28T05:11:25.402" v="43" actId="14100"/>
        <pc:sldMkLst>
          <pc:docMk/>
          <pc:sldMk cId="1641885129" sldId="279"/>
        </pc:sldMkLst>
        <pc:picChg chg="add mod">
          <ac:chgData name="prajakta shinde" userId="4b896a343ea8fe9a" providerId="LiveId" clId="{9E694B66-712D-4E3D-B086-0BF58A3DE7AC}" dt="2026-04-28T05:11:25.402" v="43" actId="14100"/>
          <ac:picMkLst>
            <pc:docMk/>
            <pc:sldMk cId="1641885129" sldId="279"/>
            <ac:picMk id="3" creationId="{394AA5D4-C006-2DA1-1655-AB6895F34DC1}"/>
          </ac:picMkLst>
        </pc:picChg>
      </pc:sldChg>
      <pc:sldChg chg="addSp modSp new mod">
        <pc:chgData name="prajakta shinde" userId="4b896a343ea8fe9a" providerId="LiveId" clId="{9E694B66-712D-4E3D-B086-0BF58A3DE7AC}" dt="2026-04-28T05:12:14.407" v="49" actId="14100"/>
        <pc:sldMkLst>
          <pc:docMk/>
          <pc:sldMk cId="3736742357" sldId="280"/>
        </pc:sldMkLst>
        <pc:picChg chg="add mod">
          <ac:chgData name="prajakta shinde" userId="4b896a343ea8fe9a" providerId="LiveId" clId="{9E694B66-712D-4E3D-B086-0BF58A3DE7AC}" dt="2026-04-28T05:12:14.407" v="49" actId="14100"/>
          <ac:picMkLst>
            <pc:docMk/>
            <pc:sldMk cId="3736742357" sldId="280"/>
            <ac:picMk id="3" creationId="{B4C628AC-77CD-EA0B-9286-950D9FCBCB1B}"/>
          </ac:picMkLst>
        </pc:picChg>
      </pc:sldChg>
      <pc:sldChg chg="addSp modSp new mod">
        <pc:chgData name="prajakta shinde" userId="4b896a343ea8fe9a" providerId="LiveId" clId="{9E694B66-712D-4E3D-B086-0BF58A3DE7AC}" dt="2026-04-28T05:13:12.186" v="53" actId="14100"/>
        <pc:sldMkLst>
          <pc:docMk/>
          <pc:sldMk cId="2251348630" sldId="281"/>
        </pc:sldMkLst>
        <pc:picChg chg="add mod">
          <ac:chgData name="prajakta shinde" userId="4b896a343ea8fe9a" providerId="LiveId" clId="{9E694B66-712D-4E3D-B086-0BF58A3DE7AC}" dt="2026-04-28T05:13:12.186" v="53" actId="14100"/>
          <ac:picMkLst>
            <pc:docMk/>
            <pc:sldMk cId="2251348630" sldId="281"/>
            <ac:picMk id="3" creationId="{D47276B9-27FE-4E00-394A-E6644B69FEAC}"/>
          </ac:picMkLst>
        </pc:picChg>
      </pc:sldChg>
      <pc:sldChg chg="new del">
        <pc:chgData name="prajakta shinde" userId="4b896a343ea8fe9a" providerId="LiveId" clId="{9E694B66-712D-4E3D-B086-0BF58A3DE7AC}" dt="2026-04-28T05:13:42.146" v="55" actId="2696"/>
        <pc:sldMkLst>
          <pc:docMk/>
          <pc:sldMk cId="2207888654" sldId="28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675" y="2404534"/>
            <a:ext cx="7764913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675" y="4050834"/>
            <a:ext cx="7764913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64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235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2700868"/>
            <a:ext cx="8594429" cy="1826581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9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158" y="2160589"/>
            <a:ext cx="418294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8645" y="2160590"/>
            <a:ext cx="418294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905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570" y="2160983"/>
            <a:ext cx="418453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70" y="2737246"/>
            <a:ext cx="418453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7058" y="2160983"/>
            <a:ext cx="418452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7059" y="2737246"/>
            <a:ext cx="418452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3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126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9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498604"/>
            <a:ext cx="3853524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222" y="514925"/>
            <a:ext cx="4512366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2777069"/>
            <a:ext cx="3853524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850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4800600"/>
            <a:ext cx="859442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158" y="609600"/>
            <a:ext cx="859442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5367338"/>
            <a:ext cx="8594428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50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609600"/>
            <a:ext cx="8594429" cy="3403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39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783" y="3632200"/>
            <a:ext cx="722264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799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39438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1931988"/>
            <a:ext cx="8594429" cy="2595460"/>
          </a:xfrm>
        </p:spPr>
        <p:txBody>
          <a:bodyPr anchor="b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939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19258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609600"/>
            <a:ext cx="858596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606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32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5599" y="609600"/>
            <a:ext cx="130440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159" y="609600"/>
            <a:ext cx="7058311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65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8" y="2160590"/>
            <a:ext cx="85944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3257" y="6041363"/>
            <a:ext cx="911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158" y="6041363"/>
            <a:ext cx="6295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8426" y="6041363"/>
            <a:ext cx="68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310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-1" y="2560319"/>
            <a:ext cx="12188953" cy="2267319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A500"/>
                </a:solidFill>
              </a:rPr>
              <a:t>MalGanga Cafe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Food Ordering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</a:rPr>
              <a:t>A full-stack web application for restaurant order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864" y="3383280"/>
            <a:ext cx="109728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1" dirty="0">
                <a:solidFill>
                  <a:srgbClr val="FFA500"/>
                </a:solidFill>
              </a:rPr>
              <a:t>Built with Python Flask  |  SQLite  |  HTML/CSS </a:t>
            </a:r>
          </a:p>
          <a:p>
            <a:pPr algn="ctr"/>
            <a:r>
              <a:rPr lang="en-US" sz="1400" i="1" dirty="0">
                <a:solidFill>
                  <a:srgbClr val="FFA500"/>
                </a:solidFill>
              </a:rPr>
              <a:t>Names of team members:- 1.shelke Krushna </a:t>
            </a:r>
          </a:p>
          <a:p>
            <a:pPr algn="ctr"/>
            <a:r>
              <a:rPr lang="en-US" sz="1400" i="1" dirty="0">
                <a:solidFill>
                  <a:srgbClr val="FFA500"/>
                </a:solidFill>
              </a:rPr>
              <a:t>2.Abhishek </a:t>
            </a:r>
            <a:r>
              <a:rPr lang="en-US" sz="1400" i="1" dirty="0" err="1">
                <a:solidFill>
                  <a:srgbClr val="FFA500"/>
                </a:solidFill>
              </a:rPr>
              <a:t>shinde</a:t>
            </a:r>
            <a:r>
              <a:rPr lang="en-US" sz="1400" i="1" dirty="0">
                <a:solidFill>
                  <a:srgbClr val="FFA500"/>
                </a:solidFill>
              </a:rPr>
              <a:t> </a:t>
            </a:r>
          </a:p>
          <a:p>
            <a:pPr algn="ctr"/>
            <a:r>
              <a:rPr lang="en-US" sz="1400" i="1" dirty="0">
                <a:solidFill>
                  <a:srgbClr val="FFA500"/>
                </a:solidFill>
              </a:rPr>
              <a:t>3. Jayesh </a:t>
            </a:r>
            <a:r>
              <a:rPr lang="en-US" sz="1400" i="1" dirty="0" err="1">
                <a:solidFill>
                  <a:srgbClr val="FFA500"/>
                </a:solidFill>
              </a:rPr>
              <a:t>shirshat</a:t>
            </a:r>
            <a:endParaRPr lang="en-US" sz="1400" i="1" dirty="0">
              <a:solidFill>
                <a:srgbClr val="FFA500"/>
              </a:solidFill>
            </a:endParaRPr>
          </a:p>
          <a:p>
            <a:pPr algn="ctr"/>
            <a:r>
              <a:rPr lang="en-US" sz="1400" i="1" dirty="0">
                <a:solidFill>
                  <a:srgbClr val="FFA500"/>
                </a:solidFill>
              </a:rPr>
              <a:t>4. Harshad </a:t>
            </a:r>
            <a:r>
              <a:rPr lang="en-US" sz="1400" i="1" dirty="0" err="1">
                <a:solidFill>
                  <a:srgbClr val="FFA500"/>
                </a:solidFill>
              </a:rPr>
              <a:t>sapkal</a:t>
            </a:r>
            <a:r>
              <a:rPr lang="en-US" sz="1400" i="1" dirty="0">
                <a:solidFill>
                  <a:srgbClr val="FFA500"/>
                </a:solidFill>
              </a:rPr>
              <a:t> </a:t>
            </a:r>
            <a:endParaRPr sz="1400" b="0" i="1" dirty="0">
              <a:solidFill>
                <a:srgbClr val="FFA5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20040" cy="3200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1704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What is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17043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A web-based food ordering system for a restaurant/cafe named MalGanga Cafe.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93392"/>
            <a:ext cx="320040" cy="3200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751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975104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Digitise the order process — from browsing the menu to generating a GST bill.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98064"/>
            <a:ext cx="320040" cy="3200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77977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779776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Two roles: Customers (browse, order) and Admin (monitor, manage orders).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02736"/>
            <a:ext cx="320040" cy="3200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5844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Technology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58444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Python Flask backend, SQLite database, Jinja2 templates, plain HTML/CSS frontend.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07408"/>
            <a:ext cx="320040" cy="3200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3891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Runs locally via Flask dev server; database auto-initialised on first launch.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371600"/>
            <a:ext cx="3605784" cy="192024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4229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48840"/>
            <a:ext cx="3422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A500"/>
                </a:solidFill>
              </a:rPr>
              <a:t>Python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606040"/>
            <a:ext cx="34229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Core backend language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1584" y="1371600"/>
            <a:ext cx="3605784" cy="192024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3024" y="1463040"/>
            <a:ext cx="34229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🌶️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3024" y="2148840"/>
            <a:ext cx="3422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A500"/>
                </a:solidFill>
              </a:rPr>
              <a:t>Flask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3024" y="2606040"/>
            <a:ext cx="34229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Lightweight web framework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54568" y="1371600"/>
            <a:ext cx="3605784" cy="192024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46008" y="1463040"/>
            <a:ext cx="34229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6008" y="2148840"/>
            <a:ext cx="3422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A500"/>
                </a:solidFill>
              </a:rPr>
              <a:t>SQLite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6008" y="2606040"/>
            <a:ext cx="34229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Embedded relational database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657600"/>
            <a:ext cx="3605784" cy="192024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3749039"/>
            <a:ext cx="34229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434840"/>
            <a:ext cx="3422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A500"/>
                </a:solidFill>
              </a:rPr>
              <a:t>HTML / CSS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892040"/>
            <a:ext cx="34229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Frontend UI &amp; styling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1584" y="3657600"/>
            <a:ext cx="3605784" cy="192024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3024" y="3749039"/>
            <a:ext cx="34229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3024" y="4434840"/>
            <a:ext cx="3422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A500"/>
                </a:solidFill>
              </a:rPr>
              <a:t>Jinja2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3024" y="4892040"/>
            <a:ext cx="34229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Server-side templating engine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54568" y="3657600"/>
            <a:ext cx="3605784" cy="192024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46008" y="3749039"/>
            <a:ext cx="34229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��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6008" y="4434840"/>
            <a:ext cx="3422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A500"/>
                </a:solidFill>
              </a:rPr>
              <a:t>Flask Session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6008" y="4892040"/>
            <a:ext cx="34229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BBBB"/>
                </a:solidFill>
              </a:rPr>
              <a:t>Cookie-based cart sessions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Database Schema  (SQLite)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143000"/>
            <a:ext cx="2254910" cy="4114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" y="1161288"/>
            <a:ext cx="21634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categories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1554480"/>
            <a:ext cx="2254910" cy="43891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" y="1572768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2029967"/>
            <a:ext cx="225491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" y="2048256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2505456"/>
            <a:ext cx="2254910" cy="43891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2" y="2523744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icon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29230" y="1143000"/>
            <a:ext cx="2254910" cy="4114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74950" y="1161288"/>
            <a:ext cx="21634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menu_items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29230" y="1554480"/>
            <a:ext cx="2254910" cy="43891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02382" y="1572768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29230" y="2029967"/>
            <a:ext cx="225491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02382" y="2048256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category_id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29230" y="2505456"/>
            <a:ext cx="2254910" cy="43891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02382" y="2523744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29230" y="2980944"/>
            <a:ext cx="225491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02382" y="2999232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description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29230" y="3456432"/>
            <a:ext cx="2254910" cy="43891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02382" y="3474720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29230" y="3931920"/>
            <a:ext cx="225491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02382" y="3950208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is_available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67020" y="1143000"/>
            <a:ext cx="2254910" cy="4114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12740" y="1161288"/>
            <a:ext cx="21634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orders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67020" y="1554480"/>
            <a:ext cx="2254910" cy="43891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40172" y="1572768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67020" y="2029967"/>
            <a:ext cx="225491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40172" y="2048256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customer_name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67020" y="2505456"/>
            <a:ext cx="2254910" cy="43891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40172" y="2523744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customer_phone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67020" y="2980944"/>
            <a:ext cx="225491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40172" y="2999232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table_number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67020" y="3456432"/>
            <a:ext cx="2254910" cy="43891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40172" y="3474720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order_type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67020" y="3931920"/>
            <a:ext cx="225491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40172" y="3950208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status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67020" y="4407408"/>
            <a:ext cx="2254910" cy="43891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40172" y="4425696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total_amount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67020" y="4882896"/>
            <a:ext cx="225491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40172" y="4901184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created_at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4811" y="1143000"/>
            <a:ext cx="2254910" cy="4114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50531" y="1161288"/>
            <a:ext cx="21634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order_items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4811" y="1554480"/>
            <a:ext cx="2254910" cy="43891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77963" y="1572768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04811" y="2029967"/>
            <a:ext cx="225491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77963" y="2048256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order_id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4811" y="2505456"/>
            <a:ext cx="2254910" cy="43891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477963" y="2523744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menu_item_id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04811" y="2980944"/>
            <a:ext cx="225491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77963" y="2999232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quantity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04811" y="3456432"/>
            <a:ext cx="2254910" cy="43891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477963" y="3474720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unit_price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04811" y="3931920"/>
            <a:ext cx="225491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477963" y="3950208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subtotal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842601" y="1143000"/>
            <a:ext cx="2254910" cy="4114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888321" y="1161288"/>
            <a:ext cx="21634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cart_items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42601" y="1554480"/>
            <a:ext cx="2254910" cy="43891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915753" y="1572768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842601" y="2029967"/>
            <a:ext cx="225491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915753" y="2048256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session_id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42601" y="2505456"/>
            <a:ext cx="2254910" cy="43891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915753" y="2523744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menu_item_id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42601" y="2980944"/>
            <a:ext cx="225491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915753" y="2999232"/>
            <a:ext cx="21634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quantity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62636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Relationships: menu_items -&gt; categories | order_items -&gt; orders &amp; menu_items | cart_items -&gt; menu_items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Application Routes &amp; Endpoints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77724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2608" y="1161288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16128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161288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Home page with hero section &amp; category links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77724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1618488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61848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/menu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18488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Menu listing with category filter &amp; 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777240" cy="34747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2608" y="2075688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07568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/cart/add/&lt;item_id&gt;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075688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Add item to session-based cart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514600"/>
            <a:ext cx="777240" cy="34747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8" y="2532888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53288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/cart/remove/&lt;id&gt;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532888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Remove item from cart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971800"/>
            <a:ext cx="777240" cy="34747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2608" y="2990088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99008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/cart/update/&lt;id&gt;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990088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Update item quantity (0 = auto-remove)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429000"/>
            <a:ext cx="77724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" y="3447288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44728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/cart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447288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View cart with subtotal, GST &amp; grand total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886200"/>
            <a:ext cx="777240" cy="34747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2608" y="3904487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904487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/checkout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904487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Place order, save to DB, clear cart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343400"/>
            <a:ext cx="77724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2608" y="4361688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36168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/bill/&lt;order_id&gt;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361688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View printable GST invoice for an order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800600"/>
            <a:ext cx="77724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92608" y="4818888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481888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/admin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818888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Admin dashboard — stats &amp; all orders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257800"/>
            <a:ext cx="777240" cy="34747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2608" y="5276088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527608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/admin/status/&lt;id&gt;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5276088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Update order status (pending/preparing/ready/completed/cancelled)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577840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🍽️ Menu Browsing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Filter by 5 categories (Starters, Main Course, Breads, Beverages, Desserts) and search by name.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5778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577840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2984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🛒 Smart Cart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Session-based cart persists across pages. Quantity +/- controls, auto-remove on zero.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97480"/>
            <a:ext cx="55778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697480"/>
            <a:ext cx="5577840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8072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🧾 GST Billing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004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Auto-calculates 5% GST (CGST 2.5% + SGST 2.5%) and generates a printable invoice.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697480"/>
            <a:ext cx="55778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2697480"/>
            <a:ext cx="5577840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28072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📦 Order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004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Supports Dine-In (with table number) and Takeaway orders.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06240"/>
            <a:ext cx="55778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4206240"/>
            <a:ext cx="5577840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3159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📊 Admin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709159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Real-time stats: total orders, revenue, pending &amp; completed counts. Search by customer name.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206240"/>
            <a:ext cx="55778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4206240"/>
            <a:ext cx="5577840" cy="5486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43159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🔄 Order Status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709159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Admin can move orders through: Pending → Preparing → Ready → Completed / Cancelled.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Customer Order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866" y="1280160"/>
            <a:ext cx="640080" cy="6400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866" y="129844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4332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A500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" y="2103120"/>
            <a:ext cx="1757172" cy="32004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2240280"/>
            <a:ext cx="15742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A500"/>
                </a:solidFill>
              </a:rPr>
              <a:t>Home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834640"/>
            <a:ext cx="15742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Land on hero page,
see categories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64358" y="1280160"/>
            <a:ext cx="640080" cy="6400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64358" y="129844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5824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A50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68652" y="2103120"/>
            <a:ext cx="1757172" cy="32004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60092" y="2240280"/>
            <a:ext cx="15742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A500"/>
                </a:solidFill>
              </a:rPr>
              <a:t>Browse Menu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0092" y="2834640"/>
            <a:ext cx="15742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Filter by category
or search by 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5850" y="1280160"/>
            <a:ext cx="640080" cy="6400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95850" y="129844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7316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A50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0144" y="2103120"/>
            <a:ext cx="1757172" cy="32004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1584" y="2240280"/>
            <a:ext cx="15742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A500"/>
                </a:solidFill>
              </a:rPr>
              <a:t>Add to Cart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1584" y="2834640"/>
            <a:ext cx="15742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Click + Add;
badge shows count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27342" y="1280160"/>
            <a:ext cx="640080" cy="6400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27342" y="129844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8808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A50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1636" y="2103120"/>
            <a:ext cx="1757172" cy="32004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23076" y="2240280"/>
            <a:ext cx="15742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A500"/>
                </a:solidFill>
              </a:rPr>
              <a:t>Review Cart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3076" y="2834640"/>
            <a:ext cx="15742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Adjust qty, see
GST &amp; grand total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58834" y="1280160"/>
            <a:ext cx="640080" cy="6400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58834" y="129844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0299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A500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63128" y="2103120"/>
            <a:ext cx="1757172" cy="32004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54568" y="2240280"/>
            <a:ext cx="15742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A500"/>
                </a:solidFill>
              </a:rPr>
              <a:t>Checkout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4568" y="2834640"/>
            <a:ext cx="15742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Enter name, phone,
order type &amp; table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90326" y="1280160"/>
            <a:ext cx="640080" cy="64008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90326" y="129844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94620" y="2103120"/>
            <a:ext cx="1757172" cy="32004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86060" y="2240280"/>
            <a:ext cx="15742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A500"/>
                </a:solidFill>
              </a:rPr>
              <a:t>Bill / Invoice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86060" y="2834640"/>
            <a:ext cx="15742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Printable GST bill
generated instantly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Admin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143000"/>
            <a:ext cx="2681478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234440"/>
            <a:ext cx="24985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A500"/>
                </a:solidFill>
              </a:rPr>
              <a:t>📋 Total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249859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BBBB"/>
                </a:solidFill>
              </a:rPr>
              <a:t>All orders placed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0118" y="1143000"/>
            <a:ext cx="2681478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21558" y="1234440"/>
            <a:ext cx="24985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A500"/>
                </a:solidFill>
              </a:rPr>
              <a:t>💰 Total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1558" y="1691640"/>
            <a:ext cx="249859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BBBB"/>
                </a:solidFill>
              </a:rPr>
              <a:t>Excl. cancelled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7356" y="1143000"/>
            <a:ext cx="2681478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68796" y="1234440"/>
            <a:ext cx="24985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A500"/>
                </a:solidFill>
              </a:rPr>
              <a:t>⏳ Pending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8796" y="1691640"/>
            <a:ext cx="249859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BBBB"/>
                </a:solidFill>
              </a:rPr>
              <a:t>Awaiting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4594" y="1143000"/>
            <a:ext cx="2681478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6034" y="1234440"/>
            <a:ext cx="24985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A500"/>
                </a:solidFill>
              </a:rPr>
              <a:t>✅ Completed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6034" y="1691640"/>
            <a:ext cx="249859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BBBB"/>
                </a:solidFill>
              </a:rPr>
              <a:t>Fulfilled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514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Orders 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71800"/>
            <a:ext cx="1097280" cy="36576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2990088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Order #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" y="2971800"/>
            <a:ext cx="1097280" cy="36576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27048" y="2990088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2971800"/>
            <a:ext cx="1097280" cy="36576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70048" y="2990088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2971800"/>
            <a:ext cx="1097280" cy="36576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13048" y="2990088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2971800"/>
            <a:ext cx="1097280" cy="36576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56048" y="2990088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2971800"/>
            <a:ext cx="1097280" cy="36576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99048" y="2990088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Amount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0" y="2971800"/>
            <a:ext cx="1097280" cy="36576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42048" y="2990088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Date/Time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2971800"/>
            <a:ext cx="1097280" cy="36576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85048" y="2990088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2971800"/>
            <a:ext cx="1097280" cy="36576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28048" y="2990088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Update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52760" y="2971800"/>
            <a:ext cx="1097280" cy="36576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71048" y="2990088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Bill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383280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4048" y="34015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#0001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08760" y="3383280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527048" y="34015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Rahul 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51760" y="3383280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70048" y="34015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9876543210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94760" y="3383280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813048" y="34015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Dine-In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7760" y="3383280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56048" y="34015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3383280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099048" y="34015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₹520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23760" y="3383280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242048" y="34015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2024-01-15 13:22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66760" y="3383280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85048" y="34015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Completed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09760" y="3383280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528048" y="34015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652760" y="3383280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671048" y="34015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🧾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794760"/>
            <a:ext cx="1097280" cy="384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84048" y="381304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#0002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508760" y="3794760"/>
            <a:ext cx="1097280" cy="384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527048" y="381304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Priya M.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51760" y="3794760"/>
            <a:ext cx="1097280" cy="384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670048" y="381304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9123456780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794760" y="3794760"/>
            <a:ext cx="1097280" cy="384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813048" y="381304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Takeaway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37760" y="3794760"/>
            <a:ext cx="1097280" cy="384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956048" y="381304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80760" y="3794760"/>
            <a:ext cx="1097280" cy="384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099048" y="381304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₹340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223760" y="3794760"/>
            <a:ext cx="1097280" cy="384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242048" y="381304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2024-01-15 14:05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66760" y="3794760"/>
            <a:ext cx="1097280" cy="384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85048" y="381304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Pending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09760" y="3794760"/>
            <a:ext cx="1097280" cy="384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528048" y="381304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▼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652760" y="3794760"/>
            <a:ext cx="1097280" cy="384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671048" y="381304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🧾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Status options: Pending | Preparing | Ready | Completed | Cancelled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GST Invoice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03520" cy="530352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500"/>
                </a:solidFill>
              </a:rPr>
              <a:t>🍛 SpiceCraft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</a:rPr>
              <a:t>123 Gourmet Lane, Maharashtra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</a:rPr>
              <a:t>GSTIN: 27AABCS1429B1ZB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6A17"/>
                </a:solidFill>
              </a:rPr>
              <a:t>━━━━━━━━━━━━━━━━━━━━━━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Invoice #0001  |  15-Jan-2024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Customer: Rahul S.  |  Dine-In  Table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546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6A17"/>
                </a:solidFill>
              </a:rPr>
              <a:t>━━━━━━━━━━━━━━━━━━━━━━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74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Butter Chicken x2  ₹560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94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Garlic Naan x3     ₹150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14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Mango Lassi x1     ₹100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34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6A17"/>
                </a:solidFill>
              </a:rPr>
              <a:t>━━━━━━━━━━━━━━━━━━━━━━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75487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Subtotal:          ₹810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07491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</a:rPr>
              <a:t>CGST 2.5%:          ₹20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9495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</a:rPr>
              <a:t>SGST 2.5%:          ₹20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71499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GRAND TOTAL:       ₹851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234440"/>
            <a:ext cx="73152" cy="3200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1216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Auto-Calculation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1216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GST computed as 5% of subtotal, split equally into CGST &amp; SGST.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057400"/>
            <a:ext cx="73152" cy="3200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0" y="20391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Invoice Fields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0391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Invoice No., Date, Time, Customer, Phone, Order Type, Table No.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880360"/>
            <a:ext cx="73152" cy="3200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0" y="28620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Item Breakdown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8620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Each item listed with quantity, unit rate and line subtotal.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3703320"/>
            <a:ext cx="73152" cy="3200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0" y="36850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Print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6850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Browser print dialog triggered; print-specific CSS hides nav/buttons.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4526280"/>
            <a:ext cx="73152" cy="32004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0" y="45079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Compliance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50799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GSTIN and FSSAI licence number displayed on every invoice.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6A7642-C1AE-F631-7EEF-99B8D42B6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779" y="0"/>
            <a:ext cx="48052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615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01B6DD-2194-F9FF-01FC-BCD0D886E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394" y="0"/>
            <a:ext cx="48700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011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0DCC68-BAED-00B6-A116-0F659D4F3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037" y="0"/>
            <a:ext cx="48387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188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89AF06-CFBE-CFD5-D877-83964A4CB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198" y="70969"/>
            <a:ext cx="4858428" cy="671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8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9BD294-7717-432A-6CF7-3CBF4F890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491" y="0"/>
            <a:ext cx="48398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222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87127C-C6CB-2666-DA38-16C78172D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476" y="0"/>
            <a:ext cx="4867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644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2E0D92-3948-050E-0652-3D6AA663A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647" y="0"/>
            <a:ext cx="48015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198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81C818-9381-E292-FA7D-786CC5551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330" y="837838"/>
            <a:ext cx="4944165" cy="51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937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EB2F97-8916-4C1F-EE90-3FBAB3271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093" y="456785"/>
            <a:ext cx="4934639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694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67B78A-9790-B453-1E5D-1E0C887DD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777" y="285311"/>
            <a:ext cx="4801270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76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B9FFAE-B613-04AD-5397-67D31B316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154" y="640862"/>
            <a:ext cx="6973867" cy="518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756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F8C600-829A-55DB-8CA6-A03EACB95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631" y="890954"/>
            <a:ext cx="7041153" cy="443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594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60636C-A8BD-B17B-F6D4-AE9CDAF9A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954" y="844062"/>
            <a:ext cx="7158014" cy="470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482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4AA5D4-C006-2DA1-1655-AB6895F34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23" y="1078523"/>
            <a:ext cx="7478445" cy="41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8851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C628AC-77CD-EA0B-9286-950D9FCBC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278" y="468923"/>
            <a:ext cx="4665784" cy="583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7423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7276B9-27FE-4E00-394A-E6644B69F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708" y="1172308"/>
            <a:ext cx="7006839" cy="358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348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097280"/>
            <a:ext cx="9445752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325880"/>
            <a:ext cx="9445752" cy="8229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5270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A500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417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Complete Order Lifecycle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76479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From menu browsing to GST invoice — the entire workflow is covered end-to-end.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40280"/>
            <a:ext cx="9445752" cy="8229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2441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A500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331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Lightweight &amp; Fast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67919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Flask + SQLite stack requires zero external services; runs on any machine instantly.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154680"/>
            <a:ext cx="9445752" cy="8229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3040" y="33558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A500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246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Real-Time Admin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59359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Admins can track revenue, monitor order status and search customers live.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069080"/>
            <a:ext cx="9445752" cy="8229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63040" y="42702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A500"/>
                </a:solidFill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Scalable Foundation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50799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Easy to extend with user auth, online payments, delivery tracking, or a REST API.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4983480"/>
            <a:ext cx="9445752" cy="8229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63040" y="51846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A500"/>
                </a:solidFill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074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Clean UI/UX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42239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Responsive design with category filters, cart badges, and print-ready invoices.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5989320"/>
            <a:ext cx="9445752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A500"/>
                </a:solidFill>
              </a:rPr>
              <a:t>MalGanga Cafe Food Ordering System  —  Built with Python Flask, SQLite &amp; HTML/CSS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</TotalTime>
  <Words>960</Words>
  <Application>Microsoft Office PowerPoint</Application>
  <PresentationFormat>Custom</PresentationFormat>
  <Paragraphs>233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deep shelar</dc:creator>
  <cp:keywords/>
  <dc:description>generated using python-pptx</dc:description>
  <cp:lastModifiedBy>prajakta shinde</cp:lastModifiedBy>
  <cp:revision>2</cp:revision>
  <dcterms:created xsi:type="dcterms:W3CDTF">2013-01-27T09:14:16Z</dcterms:created>
  <dcterms:modified xsi:type="dcterms:W3CDTF">2026-04-28T05:13:46Z</dcterms:modified>
  <cp:category/>
</cp:coreProperties>
</file>